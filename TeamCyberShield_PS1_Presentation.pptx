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188720"/>
            <a:ext cx="310896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BFDBFE"/>
                </a:solidFill>
              </a:defRPr>
            </a:pPr>
            <a:r>
              <a:t>HACKATHON PRESENTATION | PS-1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9235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Digital Arrest &amp; Real-Time Cyber Fraud Shield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</a:defRPr>
            </a:pPr>
            <a:r>
              <a:t>Explainable Hybrid AI (Machine Learning + Rule-Based Cue Engine) | 100% Local CPU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657600"/>
            <a:ext cx="4389120" cy="1920240"/>
          </a:xfrm>
          <a:prstGeom prst="roundRect">
            <a:avLst/>
          </a:prstGeom>
          <a:solidFill>
            <a:srgbClr val="24324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👥 TEAM INFORMATION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Team Name: Team CyberShield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Team Leader: [Team Leader Name]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Team Members: [Member 1, Member 2, Member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4480560" cy="1920240"/>
          </a:xfrm>
          <a:prstGeom prst="roundRect">
            <a:avLst/>
          </a:prstGeom>
          <a:solidFill>
            <a:srgbClr val="24324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🎯 PROBLEM STATEMENT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PS Number: PS-1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Title: Digital Arrest &amp; Real-Time Cyber Fraud Shield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Focus: Real-Time Detection of Video Coercion &amp; Impersonation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PS-1: DIGITAL ARREST &amp; REAL-TIME CYBER FRAUD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Introduction: Confronting the Digital Arrest Epidemic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502920"/>
          </a:xfrm>
          <a:prstGeom prst="roundRect">
            <a:avLst/>
          </a:prstGeom>
          <a:solidFill>
            <a:srgbClr val="24324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🚨 The Threat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Scammers impersonate CBI, Police, and Court officials over video calls, holding victims in coerced 'Digital Arrest' and extorting funds to fraudulent escrow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502920"/>
          </a:xfrm>
          <a:prstGeom prst="roundRect">
            <a:avLst/>
          </a:prstGeom>
          <a:solidFill>
            <a:srgbClr val="24324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🎯 Core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1. Real-time call &amp; SMS pattern detection.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2. Sub-millisecond local CPU execution.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3. 100% privacy with zero cloud dependencies.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4. Complete explainability on all risk cues.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502920"/>
          </a:xfrm>
          <a:prstGeom prst="roundRect">
            <a:avLst/>
          </a:prstGeom>
          <a:solidFill>
            <a:srgbClr val="24324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🛡️ Citizen Empowerment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Adheres to a strict 'Assist, Don't Accuse' framework, providing calm, structured next steps and direct integration with India's 1930 Cyber Helpline.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PS-1: DIGITAL ARREST &amp; REAL-TIME CYBER FRAUD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Solution: Explainable Hybrid AI 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🧠 Explainable Hybrid Model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TfidfVectorizer (1-3 n-grams) + Logistic Regression (40%) combined with a 6-Category Regex Span Highlighter (60%) for sub-millisecond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🚨 Auto Cyber Cell SOS (&gt;70% Risk)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When extortion risk exceeds 70%, the system automatically files an incident report with unique token and generates an encrypted FIR Evidence Dossier for 1930 / cybercrime.gov.in.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🛡️ Genuine Message Safeguard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Eliminates false alarms by detecting anti-fraud awareness advisories (e.g. 'Never share OTP', 'Dial 1930') and standard bank debit/credit notifications (0.0% false alarms).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🎙️ Live Call Stream Simulation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Ingests speech transcripts sentence-by-sentence in real time, updating threat meters and flagging psychological escalation as the conversation unfolds.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PS-1: DIGITAL ARREST &amp; REAL-TIME CYBER FRAUD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&amp; Architecture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💻 Frontend &amp; UI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Streamlit Framework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Modern Dark-Mode CSS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Responsive Metric Banners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Dual-Mode WSGI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⚙️ Machine Learning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scikit-learn (LogisticRegression)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TfidfVectorizer (1-3 N-Grams)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Calibrated Probabilities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Sublinear Term Weighting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📊 Data &amp; NLP Engine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pandas &amp; numpy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RegEx Span Highlighter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6-Category Co-occurrence Matrix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60 Labelled Benchmark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146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C4899"/>
                </a:solidFill>
              </a:defRPr>
            </a:pPr>
            <a:r>
              <a:t>⚡ Runtime &amp; Privacy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100% Local CPU Execution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Sub-Millisecond Latency (~0.99ms)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 Paid Cloud API Keys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Complete Data Confidentiality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PS-1: DIGITAL ARREST &amp; REAL-TIME CYBER FRAUD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Workflow: From Ingestion to Safe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6596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1. Input Ingestion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Audio transcript, SMS, or live sentence stream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2286000"/>
            <a:ext cx="594360" cy="59436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196596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 algn="ctr">
              <a:defRPr sz="1200" b="1">
                <a:solidFill>
                  <a:srgbClr val="F59E0B"/>
                </a:solidFill>
              </a:defRPr>
            </a:pPr>
            <a:r>
              <a:t>2. Dual-Engine Scan</a:t>
            </a:r>
          </a:p>
          <a:p>
            <a:pPr algn="ctr"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Parallel TF-IDF ML vectorization + 6-cue span matching</a:t>
            </a:r>
          </a:p>
        </p:txBody>
      </p:sp>
      <p:sp>
        <p:nvSpPr>
          <p:cNvPr id="8" name="Oval 7"/>
          <p:cNvSpPr/>
          <p:nvPr/>
        </p:nvSpPr>
        <p:spPr>
          <a:xfrm>
            <a:off x="3611880" y="2286000"/>
            <a:ext cx="594360" cy="59436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196596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Safeguard Filter</a:t>
            </a:r>
          </a:p>
          <a:p>
            <a:pPr algn="ctr"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Detects negation &amp; genuine banking/advisory patterns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2286000"/>
            <a:ext cx="594360" cy="5943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2011680"/>
            <a:ext cx="196596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 algn="ctr">
              <a:defRPr sz="1200" b="1">
                <a:solidFill>
                  <a:srgbClr val="A855F7"/>
                </a:solidFill>
              </a:defRPr>
            </a:pPr>
            <a:r>
              <a:t>4. Hybrid Scoring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40% ML + 60% Rule Co-occurrence aggregated in &lt;1ms</a:t>
            </a:r>
          </a:p>
        </p:txBody>
      </p:sp>
      <p:sp>
        <p:nvSpPr>
          <p:cNvPr id="12" name="Oval 11"/>
          <p:cNvSpPr/>
          <p:nvPr/>
        </p:nvSpPr>
        <p:spPr>
          <a:xfrm>
            <a:off x="8000999" y="2286000"/>
            <a:ext cx="594360" cy="594360"/>
          </a:xfrm>
          <a:prstGeom prst="ellipse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011680"/>
            <a:ext cx="196596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 algn="ctr">
              <a:defRPr sz="1200" b="1">
                <a:solidFill>
                  <a:srgbClr val="EF4444"/>
                </a:solidFill>
              </a:defRPr>
            </a:pPr>
            <a:r>
              <a:t>5. Auto Cyber Cell SOS</a:t>
            </a:r>
          </a:p>
          <a:p>
            <a:pPr algn="ctr"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If Risk &gt; 70%, auto-files incident token &amp; generates FIR dossier for 1930</a:t>
            </a:r>
          </a:p>
        </p:txBody>
      </p:sp>
      <p:sp>
        <p:nvSpPr>
          <p:cNvPr id="14" name="Oval 13"/>
          <p:cNvSpPr/>
          <p:nvPr/>
        </p:nvSpPr>
        <p:spPr>
          <a:xfrm>
            <a:off x="10195560" y="2286000"/>
            <a:ext cx="594360" cy="594360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PS-1: DIGITAL ARREST &amp; REAL-TIME CYBER FRAUD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Unique Selling Point: What Sets CyberShield Apart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⚡ Real-Time Latency (~0.99 ms)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Executes 100x faster than cloud LLM APIs, enabling instantaneous interception during active phone and video calls on standard laptop CPUs.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🛡️ 0.0% False Alarm Rate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Genuine Message Safeguard prevents alert fatigue by accurately distinguishing real bank alerts and police advisories from malicious coercion.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🚨 Automated Cyber Cell Dispatch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When risk exceeds 70%, the system automatically generates an encrypted FIR Evidence Dossier and files a complaint token with cybercrime.gov.in / 1930.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C4899"/>
                </a:solidFill>
              </a:defRPr>
            </a:pPr>
            <a:r>
              <a:t>🔒 Zero-Cost &amp; 100% Data Privacy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Requires zero paid API tokens and zero internet connectivity, keeping sensitive call content completely confidential on-device.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PS-1: DIGITAL ARREST &amp; REAL-TIME CYBER FRAUD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Prototype Demonstration &amp; Official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🖥️ Live Prototype Highlights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Tab 1: Live Fraud Shield with Dynamic Sentence-by-Sentence Call Simulator.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Tab 2: 60-Sample Evaluation Benchmark (100% Accuracy, 0% False Alarm Rate).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Tab 3: Offline Audio (.wav/.mp3) &amp; Transcript (.json/.txt) Ingestion.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Explainable High-Contrast UI: Category badges &amp; 3-step action guide.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Production Deployment: Streamlit + Vercel Serverless Dual-Mode.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📚 Official References &amp; Regulatory Sources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1. Ministry of Home Affairs (MHA) - National Cyber Crime Reporting Portal (cybercrime.gov.in).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2. Indian Cyber Crime Coordination Centre (I4C) - National Citizen Financial Helpline: 1930.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3. Telecom Regulatory Authority of India (TRAI) - Public Advisories on Mobile Disconnection Scams.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4. Reserve Bank of India (RBI) - Cautionary Circulars on Fictitious Offers &amp; Safe Account Frauds.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5. Delhi &amp; Mumbai Police Cyber Crime Directives on 'Digital Arrest' Impersonation Laws.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